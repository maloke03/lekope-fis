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89154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5: CLOSING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Lekope FM Financial Management System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7772400" cy="0"/>
          </a:xfrm>
          <a:prstGeom prst="line">
            <a:avLst/>
          </a:prstGeom>
          <a:noFill/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A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Life Cycle – Final Phase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834640"/>
            <a:ext cx="1920240" cy="1371600"/>
          </a:xfrm>
          <a:prstGeom prst="rect">
            <a:avLst/>
          </a:prstGeom>
          <a:solidFill>
            <a:srgbClr val="22336B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926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Deliverables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3520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Completed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2834640"/>
            <a:ext cx="1920240" cy="1371600"/>
          </a:xfrm>
          <a:prstGeom prst="rect">
            <a:avLst/>
          </a:prstGeom>
          <a:solidFill>
            <a:srgbClr val="22336B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51760" y="2926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Weeks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51760" y="3520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Schedule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2834640"/>
            <a:ext cx="1920240" cy="1371600"/>
          </a:xfrm>
          <a:prstGeom prst="rect">
            <a:avLst/>
          </a:prstGeom>
          <a:solidFill>
            <a:srgbClr val="22336B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2926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 Hours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00600" y="3520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Effort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0" y="2834640"/>
            <a:ext cx="1920240" cy="1371600"/>
          </a:xfrm>
          <a:prstGeom prst="rect">
            <a:avLst/>
          </a:prstGeom>
          <a:solidFill>
            <a:srgbClr val="22336B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49440" y="2926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Objectives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49440" y="3520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Achieved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8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BISP4112 • Software Project Management • Limkokwing University of Creative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Phase 5: Closing?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stage of the Project Management Life Cycle — formally wrapping up the project with evidence and reflection.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73152" cy="1417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727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 Confirm Completion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all deliverables across all 5 phases have been completed and accepted.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63040"/>
            <a:ext cx="73152" cy="1417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5727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Evaluate Performance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actual schedule and effort against the original project plan.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108960"/>
            <a:ext cx="73152" cy="1417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186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 Capture Lessons Learned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6118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what worked, what failed and what the team would do differently.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10896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108960"/>
            <a:ext cx="73152" cy="1417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2186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🔄  Transfer Knowledge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6118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over all project artefacts and insights to relevant stakeholders.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5.1.1 Deliverables Completion Checklist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16 deliverables across 5 phases — 100% complete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57276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1572768" cy="59436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9844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13898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Charter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Register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42976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Done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93392" y="1280160"/>
            <a:ext cx="157276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93392" y="1280160"/>
            <a:ext cx="1572768" cy="59436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129844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84832" y="1965960"/>
            <a:ext cx="13898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· WBS · Gantt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Comm. Plan · RACI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93392" y="42976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Done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12464" y="1280160"/>
            <a:ext cx="157276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12464" y="1280160"/>
            <a:ext cx="1572768" cy="59436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12464" y="129844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03904" y="1965960"/>
            <a:ext cx="13898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/ UI Mockups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12464" y="42976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Done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31536" y="1280160"/>
            <a:ext cx="157276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31536" y="1280160"/>
            <a:ext cx="1572768" cy="59436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31536" y="129844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22976" y="1965960"/>
            <a:ext cx="13898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31536" y="42976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Done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50608" y="1280160"/>
            <a:ext cx="157276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50608" y="1280160"/>
            <a:ext cx="1572768" cy="59436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50608" y="129844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42048" y="1965960"/>
            <a:ext cx="13898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Report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50608" y="42976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Done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deliverable met the marking rubric requirements — SRS (6 sections), WBS (3 levels), Risk Register (7 risks), Gantt Chart aligned to SDLC phases.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5.1.2 Project Objectives Evaluation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73152" cy="5943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income recording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0" y="8686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module with full CRUD &amp; PDF export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321040" y="9144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1490472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90472"/>
            <a:ext cx="73152" cy="5943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361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expense recording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5361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categories with form validation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321040" y="15819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" y="2157984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57984"/>
            <a:ext cx="73152" cy="5943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0370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financial reports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20370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report types with PDF export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21040" y="224942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74320" y="2825496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25496"/>
            <a:ext cx="73152" cy="5943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87121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287121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roles implemented (exceeded target of 3)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21040" y="291693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74320" y="3493008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493008"/>
            <a:ext cx="73152" cy="5943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5387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financial transparency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353872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 with 4 key metrics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21040" y="358444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74320" y="416052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160520"/>
            <a:ext cx="73152" cy="5943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2062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42062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designed in DB schema &amp; flowchart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21040" y="42519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7200" y="7680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63440" y="7680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9600" y="7680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5.1.3 &amp; 5.1.4 Schedule &amp; Resource Performance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68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 Performance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Charter &amp; SRS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017520" y="12801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566160" y="12801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0" y="128016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7190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WBS, Gantt, Risk Register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17520" y="171907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66160" y="171907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0" y="1719072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215798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 &amp; Comms Plan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17520" y="215798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66160" y="215798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0" y="2157984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25968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017520" y="259689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66160" y="259689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0" y="2596896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30358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Wireframes &amp; Prototype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017520" y="303580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66160" y="303580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0" y="3035808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34747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017520" y="34747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66160" y="34747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0" y="347472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39136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&amp; Lessons Learned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017520" y="391363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566160" y="391363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114800" y="3913632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017520" y="11887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566160" y="11887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54880" y="77724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92040" y="868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 Effort (Hours)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92040" y="1325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949440" y="1344168"/>
            <a:ext cx="1448410" cy="20116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49440" y="1572768"/>
            <a:ext cx="1514246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43570" y="13441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44h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509406" y="15727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46h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92040" y="1920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949440" y="1938528"/>
            <a:ext cx="987552" cy="20116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49440" y="2167128"/>
            <a:ext cx="987552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82712" y="1938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30h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982712" y="21671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30h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892040" y="2514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Designer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949440" y="2532888"/>
            <a:ext cx="1250899" cy="20116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949440" y="2761488"/>
            <a:ext cx="1382573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46059" y="25328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38h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377733" y="27614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42h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892040" y="31089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949440" y="3127248"/>
            <a:ext cx="460858" cy="20116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49440" y="3355848"/>
            <a:ext cx="460858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56018" y="3127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14h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456018" y="33558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14h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892040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949440" y="3721608"/>
            <a:ext cx="592531" cy="20116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949440" y="3950208"/>
            <a:ext cx="592531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587691" y="37216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18h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587691" y="39502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18h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892040" y="4434840"/>
            <a:ext cx="182880" cy="10972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20640" y="44074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5943600" y="4434840"/>
            <a:ext cx="18288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72200" y="44074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(on/under)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7406640" y="4434840"/>
            <a:ext cx="182880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635240" y="440740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892040" y="4663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144h planned → 150h actual (+4.2% — within acceptable range)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5.2.1 Lessons Learned — What Went Well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73152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 Project Planning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WBS eliminated ambiguity — who owns what was always clear.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22960"/>
            <a:ext cx="73152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 Requirements (SRS)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32588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by Week 4; prevented scope creep and anchored the test plan.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94560"/>
            <a:ext cx="73152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86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 Team Communication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69748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daily + Monday meetings — no major breakdowns occurred.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19456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194560"/>
            <a:ext cx="73152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286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 Prototype Quality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69748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with live data exceeded wireframe expectations.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66160"/>
            <a:ext cx="73152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57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 Risk Management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06908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directly prevented a schedule delay in Week 10.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56616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566160"/>
            <a:ext cx="73152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657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 Gantt Discipline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406908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every week in Monday meetings; on schedule 13 of 14 weeks.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5.2.2 What Didn't Go Well &amp; How It Was Managed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73152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503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 Prototype Delay (Wk 10–11)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2529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Reports wireframe not done by Week 10 — stakeholder feedback required extra revision.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29000" y="85039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Fix: Review extended to Week 11; PM redistributed tasks. No final deadline impact.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09360" y="896112"/>
            <a:ext cx="2423160" cy="777240"/>
          </a:xfrm>
          <a:prstGeom prst="rect">
            <a:avLst/>
          </a:prstGeom>
          <a:solidFill>
            <a:srgbClr val="FFF8E1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94183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Build buffer into UI tasks — iterations should be planned, not assumed.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856232"/>
            <a:ext cx="8595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856232"/>
            <a:ext cx="73152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019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 Team Member Unavailability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27685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One member unavailable two days in Week 10.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29000" y="190195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Fix: Risk plan R1 activated; tasks redistributed thanks to cross-training.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09360" y="1947672"/>
            <a:ext cx="2423160" cy="777240"/>
          </a:xfrm>
          <a:prstGeom prst="rect">
            <a:avLst/>
          </a:prstGeom>
          <a:solidFill>
            <a:srgbClr val="FFF8E1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99339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Cross-train early — never leave one person as the sole owner of a task.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907792"/>
            <a:ext cx="8595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07792"/>
            <a:ext cx="73152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9535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 Effort Underestimation (Design)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32841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PERT chart, flowchart and DB schema took 4 more hours than estimated.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29000" y="295351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Fix: Designer absorbed extra effort; no de-scoping.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09360" y="2999232"/>
            <a:ext cx="2423160" cy="777240"/>
          </a:xfrm>
          <a:prstGeom prst="rect">
            <a:avLst/>
          </a:prstGeom>
          <a:solidFill>
            <a:srgbClr val="FFF8E1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304495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Add 20–30% buffer to all design task estimates.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959352"/>
            <a:ext cx="8595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959352"/>
            <a:ext cx="73152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0050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 Typo in IT-01 Test Case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37997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'Augh' instead of 'Auth' not caught in first review.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29000" y="400507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Fix: Corrected before submission; peer review checklist added.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309360" y="4050792"/>
            <a:ext cx="2423160" cy="777240"/>
          </a:xfrm>
          <a:prstGeom prst="rect">
            <a:avLst/>
          </a:prstGeom>
          <a:solidFill>
            <a:srgbClr val="FFF8E1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409651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Every deliverable needs a peer review by a second team member.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5.2.3 Recommendations for Future Projects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57200" cy="86868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89611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SRS early — solid requirements prevent all downstream confusion.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804672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04672"/>
            <a:ext cx="457200" cy="86868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0" y="89611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real PM tool (Monday.com / Trello / Jira) from Day 1, not Week 10.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810512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810512"/>
            <a:ext cx="457200" cy="86868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190195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dedicated peer reviewer for every deliverable — not the author.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810512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810512"/>
            <a:ext cx="457200" cy="86868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0" y="190195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week of buffer before major deadlines for design-heavy deliverables.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816352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816352"/>
            <a:ext cx="457200" cy="86868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290779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15-minute daily stand-ups during peak weeks (Weeks 9–12) to catch blockers early.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816352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816352"/>
            <a:ext cx="457200" cy="86868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0" y="290779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prototype early — two full review cycles need time.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822192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822192"/>
            <a:ext cx="457200" cy="86868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" y="3913632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RACI matrix immediately after the Project Charter — clear accountability is the #1 performance factor.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5.3 Final Presentation &amp; Prototype Demo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651760" cy="384048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Registration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24688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form with 5 role options: Finance Manager, Traffic Manager, Station Manager, Sales Executive, IT Administrator.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22960"/>
            <a:ext cx="2651760" cy="384048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868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 &amp; Authentication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1280160"/>
            <a:ext cx="24688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login redirecting each user to the correct dashboard view.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82296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822960"/>
            <a:ext cx="2651760" cy="384048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868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 Dashboard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0" y="1280160"/>
            <a:ext cx="24688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summary cards: Revenue LSL 500 · Expenses LSL 5,700 · Net Profit LSL -5,200 · Outstanding LSL 1,800.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34640"/>
            <a:ext cx="2651760" cy="384048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Recent Invoices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291840"/>
            <a:ext cx="24688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status badges (PAID / UNPAID / OVERDUE) with overdue alert banner.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283464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834640"/>
            <a:ext cx="2651760" cy="384048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Upcoming Bookings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3291840"/>
            <a:ext cx="24688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schedule panel: advertiser names, dates, time slots and amounts.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283464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834640"/>
            <a:ext cx="2651760" cy="384048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Navigation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3291840"/>
            <a:ext cx="24688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sidebar: Bookings · Invoices · Expenses · Payroll · Reports.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prototypes available at: figma.com/make/afHMP2ckDP7qbhJeGZ4SkY  |  figma.com/make/m8lZ9TBSgiDExYgdcbzKix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5.2.4 Team Reflections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1554480" cy="77724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875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Manager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20240" y="896112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"Communication is the PM's primary job. The risk register saved us in Week 10 — I will write one at the start of every future project."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655064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55064"/>
            <a:ext cx="1554480" cy="77724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83794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Analyst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20240" y="1746504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"Writing the SRS was the most valuable exercise. Precise requirements made every downstream decision easier."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505456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505456"/>
            <a:ext cx="1554480" cy="77724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68833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Designer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2596896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flowchart and PERT chart showed me how data actually moves through a system. Build in review time when designing for stakeholders."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355848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355848"/>
            <a:ext cx="1554480" cy="77724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53872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Developer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3447288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"Having a DB schema and flowchart before any code was written meant I always knew exactly what to build — no costly rework."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206240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4206240"/>
            <a:ext cx="1554480" cy="77724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3891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Assurance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20240" y="42976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"UAT scenarios are far more powerful than unit tests for demonstrating value to non-technical stakeholders."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89154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Successfully Closed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Lekope FM Financial Management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7772400" cy="0"/>
          </a:xfrm>
          <a:prstGeom prst="line">
            <a:avLst/>
          </a:prstGeom>
          <a:noFill/>
          <a:ln w="1270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011680"/>
            <a:ext cx="1920240" cy="1417320"/>
          </a:xfrm>
          <a:prstGeom prst="rect">
            <a:avLst/>
          </a:prstGeom>
          <a:solidFill>
            <a:srgbClr val="22336B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0848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26974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2011680"/>
            <a:ext cx="1920240" cy="1417320"/>
          </a:xfrm>
          <a:prstGeom prst="rect">
            <a:avLst/>
          </a:prstGeom>
          <a:solidFill>
            <a:srgbClr val="22336B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51760" y="20848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6/6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51760" y="26974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2011680"/>
            <a:ext cx="1920240" cy="1417320"/>
          </a:xfrm>
          <a:prstGeom prst="rect">
            <a:avLst/>
          </a:prstGeom>
          <a:solidFill>
            <a:srgbClr val="22336B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20848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days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00600" y="26974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Slip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2011680"/>
            <a:ext cx="1920240" cy="1417320"/>
          </a:xfrm>
          <a:prstGeom prst="rect">
            <a:avLst/>
          </a:prstGeom>
          <a:solidFill>
            <a:srgbClr val="22336B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49440" y="20848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+4.2%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49440" y="26974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749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0292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8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BISP4112 • Software Project Management • Limkokwing University of Creative Technology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5: Closing – Lekope FM Financial Management System</dc:title>
  <dc:subject>PptxGenJS Presentation</dc:subject>
  <dc:creator>PptxGenJS</dc:creator>
  <cp:lastModifiedBy>PptxGenJS</cp:lastModifiedBy>
  <cp:revision>1</cp:revision>
  <dcterms:created xsi:type="dcterms:W3CDTF">2026-05-15T09:09:22Z</dcterms:created>
  <dcterms:modified xsi:type="dcterms:W3CDTF">2026-05-15T09:09:22Z</dcterms:modified>
</cp:coreProperties>
</file>